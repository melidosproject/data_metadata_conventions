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>
        <p:scale>
          <a:sx n="137" d="100"/>
          <a:sy n="137" d="100"/>
        </p:scale>
        <p:origin x="160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A6A1B-2173-AB57-BBB6-FE806AF8E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2D0AF5-2E8E-AEFE-13FC-DAA4C6732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75A731-EF42-8ECF-D4E0-3E0FCEE0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D8E3D3-8A55-5AA0-4761-24F6CA9D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6C82A1-58C4-FC8A-E6B0-CA0B9AE7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12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40AE1E-F67C-F1B2-223E-7A7E2B81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48B64-1430-5074-CB69-3745397B2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4F07E1-D6B4-EF2D-D487-0187EF8B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12EA6D-F65A-A3FF-A5C6-519CF56B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67543D-2204-56B2-4E32-4DBB44B0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644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C2993-E0A3-27B3-78DA-B464FAB7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67132F-D718-3254-0E51-566254430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D2846E-063F-F0B0-1868-EADCADA0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A62463-AD30-0D4E-6409-29EBE1DE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28361B-AB5C-7FA6-F611-39445BD7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4933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819CF7-D201-8334-4446-B3E49E47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DBFF04-B5F0-0D23-B642-7E358DA00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8BAE34-3FBA-0F65-89DF-3D2EB8030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28EE7A-E0D1-980E-35D1-BCD4F833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D39689-C0D6-E28A-AC62-68C0D424C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766777-038C-4CC6-A11D-36A244B3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346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6E8749-C2E6-861A-9BA0-24C79661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E539C1-92B8-9CDB-BDEF-C9AFFC398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3D5A34-9D99-19F6-401A-0A20245B8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A67636F-4CAA-608D-D7EC-D9552E0CD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608BFC0-91BB-688F-598C-8DFC1CF3A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45EC68-6B35-E2AB-AAFF-B4EE2808A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D92B77-EABA-A3C3-AE85-BB1302C78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FF19A82-7074-DC23-1AC8-8B50D166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538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2567A4-7C81-9E87-6A09-83A2A20B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CF8938D-D08D-FECF-50E4-B023F5B0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C620B0-A422-72B7-FAF6-99A48308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1BE5F9-5977-B85C-AD25-06763CE9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73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3FFD5AE-982D-4F97-2DAA-04062AF3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BBB747-81E5-1F00-6C6C-0FF5D671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6C6305-F274-96CC-2A2D-D079E93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2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EAF62B-32C4-EE31-8BCF-5CF338E7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5B6CF3-6495-1387-5297-41154B5D4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A44917-D643-52A1-6B0B-C37433153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6810F9-B09E-D532-FDCE-274736C2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0DD4E7-B049-E59F-F15C-05CFBFC5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6A72AC-4D66-2421-2843-26F732C1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60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BD33E-AD61-EE7C-CFF8-C8132D39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B6B2DC-3DEF-4010-8CC6-579C4AD5C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3D893F-5DAC-6357-64B1-3F4449D3D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12E645-99FF-6524-C91D-582C93B3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943497-D33B-B04C-7464-733AD654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309308-DD51-BD26-A46B-5CF8CDA8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99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545C8-64A7-A6E2-11D2-5FDECAE8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575380-FAD2-E74F-3B9A-275693C28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CA519D-63BD-DE24-45E1-468D6C2D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FD1554-C1B6-2FD3-E0C4-D92A695A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1C45BD-52D2-4354-48EC-7256C669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86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D501099-C6AE-AB1F-9AE2-8F8F5E0CB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5F543B-1316-7ACD-F15E-EE57A6B66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0D3C64-2604-1AB7-5638-57074EBA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A1F395-4BFC-0A3B-65CC-1BCBCA44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EE97F7-B8E7-6DD1-2AC9-DF8D462B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970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7953704-2F25-3659-B8CF-EAFA6B3D3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294B08-9EDD-60E4-CBD4-C22753F1E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EB26B3-9BF8-9582-17B5-6480C5C93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EBB33-1E2A-2A43-9EA6-2292BDBD73B1}" type="datetimeFigureOut">
              <a:rPr lang="de-DE" smtClean="0"/>
              <a:t>10.10.25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493E9B-4498-9328-238D-0E02243C4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538987-0B1B-B8D5-C95A-878E8C288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D86EE-7962-6D45-B444-FD54484937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29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Quittung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31D92DBA-4676-DC5C-E365-95E0341FB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89" y="312602"/>
            <a:ext cx="7822021" cy="256677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B06F42D-FBCD-F288-F99F-5C6C00064857}"/>
              </a:ext>
            </a:extLst>
          </p:cNvPr>
          <p:cNvSpPr txBox="1"/>
          <p:nvPr/>
        </p:nvSpPr>
        <p:spPr>
          <a:xfrm>
            <a:off x="279918" y="214604"/>
            <a:ext cx="1387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Sleep-</a:t>
            </a:r>
            <a:r>
              <a:rPr lang="de-DE" b="1" dirty="0" err="1"/>
              <a:t>diary</a:t>
            </a:r>
            <a:endParaRPr lang="de-DE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0E265B1-2EB5-0572-0581-CA4E71420F6A}"/>
              </a:ext>
            </a:extLst>
          </p:cNvPr>
          <p:cNvSpPr/>
          <p:nvPr/>
        </p:nvSpPr>
        <p:spPr>
          <a:xfrm>
            <a:off x="2435290" y="513183"/>
            <a:ext cx="1063690" cy="242596"/>
          </a:xfrm>
          <a:prstGeom prst="rect">
            <a:avLst/>
          </a:prstGeom>
          <a:solidFill>
            <a:srgbClr val="156082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49ACE5D-7B90-C2F5-1775-EA409659BAFE}"/>
              </a:ext>
            </a:extLst>
          </p:cNvPr>
          <p:cNvSpPr/>
          <p:nvPr/>
        </p:nvSpPr>
        <p:spPr>
          <a:xfrm>
            <a:off x="3498980" y="513183"/>
            <a:ext cx="1063690" cy="242596"/>
          </a:xfrm>
          <a:prstGeom prst="rect">
            <a:avLst/>
          </a:prstGeom>
          <a:solidFill>
            <a:schemeClr val="accent2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2925AA6-CEFD-195A-84D7-0A7AC9BD78A9}"/>
              </a:ext>
            </a:extLst>
          </p:cNvPr>
          <p:cNvSpPr/>
          <p:nvPr/>
        </p:nvSpPr>
        <p:spPr>
          <a:xfrm>
            <a:off x="7694649" y="513183"/>
            <a:ext cx="992151" cy="242596"/>
          </a:xfrm>
          <a:prstGeom prst="rect">
            <a:avLst/>
          </a:prstGeom>
          <a:solidFill>
            <a:schemeClr val="accent3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FC88A28-96E9-D72C-9CA7-100C670C997F}"/>
              </a:ext>
            </a:extLst>
          </p:cNvPr>
          <p:cNvSpPr/>
          <p:nvPr/>
        </p:nvSpPr>
        <p:spPr>
          <a:xfrm>
            <a:off x="8696131" y="513183"/>
            <a:ext cx="1060579" cy="242596"/>
          </a:xfrm>
          <a:prstGeom prst="rect">
            <a:avLst/>
          </a:prstGeom>
          <a:solidFill>
            <a:schemeClr val="accent5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2554590-24DC-A10C-2395-CA8AF1B5DBC0}"/>
              </a:ext>
            </a:extLst>
          </p:cNvPr>
          <p:cNvSpPr txBox="1"/>
          <p:nvPr/>
        </p:nvSpPr>
        <p:spPr>
          <a:xfrm>
            <a:off x="2184989" y="2748976"/>
            <a:ext cx="72855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2"/>
                </a:solidFill>
              </a:rPr>
              <a:t>sleep_v2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>
                <a:solidFill>
                  <a:schemeClr val="accent1"/>
                </a:solidFill>
              </a:rPr>
              <a:t>bedtime_v2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5"/>
                </a:solidFill>
              </a:rPr>
              <a:t>out_ofbed_v2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>
                <a:solidFill>
                  <a:schemeClr val="accent3"/>
                </a:solidFill>
              </a:rPr>
              <a:t>offset_v2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distances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out_ofbed_v2 and bedtime_v2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sensible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be</a:t>
            </a:r>
            <a:r>
              <a:rPr lang="de-DE" dirty="0"/>
              <a:t> vigilant </a:t>
            </a:r>
            <a:r>
              <a:rPr lang="de-DE" dirty="0" err="1"/>
              <a:t>about</a:t>
            </a:r>
            <a:r>
              <a:rPr lang="de-DE" dirty="0"/>
              <a:t> 12h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relating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am/</a:t>
            </a:r>
            <a:r>
              <a:rPr lang="de-DE" dirty="0" err="1"/>
              <a:t>pm</a:t>
            </a:r>
            <a:r>
              <a:rPr lang="de-DE" dirty="0"/>
              <a:t>!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be</a:t>
            </a:r>
            <a:r>
              <a:rPr lang="de-DE" dirty="0"/>
              <a:t> vigilant </a:t>
            </a:r>
            <a:r>
              <a:rPr lang="de-DE" dirty="0" err="1"/>
              <a:t>about</a:t>
            </a:r>
            <a:r>
              <a:rPr lang="de-DE" dirty="0"/>
              <a:t> 24h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relating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date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1"/>
                </a:solidFill>
              </a:rPr>
              <a:t>bedtime_v2 </a:t>
            </a:r>
            <a:r>
              <a:rPr lang="de-DE" dirty="0"/>
              <a:t>and </a:t>
            </a:r>
            <a:r>
              <a:rPr lang="de-DE" dirty="0">
                <a:solidFill>
                  <a:schemeClr val="accent2"/>
                </a:solidFill>
              </a:rPr>
              <a:t>sleep_v2 </a:t>
            </a:r>
            <a:r>
              <a:rPr lang="de-DE" dirty="0"/>
              <a:t>will </a:t>
            </a:r>
            <a:r>
              <a:rPr lang="de-DE" dirty="0" err="1"/>
              <a:t>likely</a:t>
            </a:r>
            <a:r>
              <a:rPr lang="de-DE" dirty="0"/>
              <a:t> not </a:t>
            </a:r>
            <a:r>
              <a:rPr lang="de-DE" dirty="0" err="1"/>
              <a:t>be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morning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3"/>
                </a:solidFill>
              </a:rPr>
              <a:t>offset_v2 </a:t>
            </a:r>
            <a:r>
              <a:rPr lang="de-DE" dirty="0"/>
              <a:t>and </a:t>
            </a:r>
            <a:r>
              <a:rPr lang="de-DE" dirty="0">
                <a:solidFill>
                  <a:schemeClr val="accent5"/>
                </a:solidFill>
              </a:rPr>
              <a:t>out_ofbed_v2 </a:t>
            </a:r>
            <a:r>
              <a:rPr lang="de-DE" dirty="0"/>
              <a:t>will </a:t>
            </a:r>
            <a:r>
              <a:rPr lang="de-DE" dirty="0" err="1"/>
              <a:t>likely</a:t>
            </a:r>
            <a:r>
              <a:rPr lang="de-DE" dirty="0"/>
              <a:t> not </a:t>
            </a:r>
            <a:r>
              <a:rPr lang="de-DE" dirty="0" err="1"/>
              <a:t>be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evening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3843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3139-7755-9E51-7D48-66FF2ECA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Quittung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295EA37-EF68-374E-E006-E8DA00074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89" y="312602"/>
            <a:ext cx="7822021" cy="256677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AB44140-C72A-14F4-1332-AC6CA6A06936}"/>
              </a:ext>
            </a:extLst>
          </p:cNvPr>
          <p:cNvSpPr txBox="1"/>
          <p:nvPr/>
        </p:nvSpPr>
        <p:spPr>
          <a:xfrm>
            <a:off x="2184989" y="2748976"/>
            <a:ext cx="72855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2"/>
                </a:solidFill>
              </a:rPr>
              <a:t>sleep_v2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>
                <a:solidFill>
                  <a:schemeClr val="accent1"/>
                </a:solidFill>
              </a:rPr>
              <a:t>bedtime_v2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5"/>
                </a:solidFill>
              </a:rPr>
              <a:t>out_ofbed_v2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>
                <a:solidFill>
                  <a:schemeClr val="accent3"/>
                </a:solidFill>
              </a:rPr>
              <a:t>offset_v2 (</a:t>
            </a:r>
            <a:r>
              <a:rPr lang="de-DE" dirty="0" err="1">
                <a:solidFill>
                  <a:schemeClr val="accent3"/>
                </a:solidFill>
              </a:rPr>
              <a:t>wakeup</a:t>
            </a:r>
            <a:r>
              <a:rPr lang="de-DE" dirty="0">
                <a:solidFill>
                  <a:schemeClr val="accent3"/>
                </a:solidFill>
              </a:rPr>
              <a:t> time)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distances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out_ofbed_v2 and bedtime_v2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sensible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be</a:t>
            </a:r>
            <a:r>
              <a:rPr lang="de-DE" dirty="0"/>
              <a:t> vigilant </a:t>
            </a:r>
            <a:r>
              <a:rPr lang="de-DE" dirty="0" err="1"/>
              <a:t>about</a:t>
            </a:r>
            <a:r>
              <a:rPr lang="de-DE" dirty="0"/>
              <a:t> 12h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relating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am/</a:t>
            </a:r>
            <a:r>
              <a:rPr lang="de-DE" dirty="0" err="1"/>
              <a:t>pm</a:t>
            </a:r>
            <a:r>
              <a:rPr lang="de-DE" dirty="0"/>
              <a:t>!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be</a:t>
            </a:r>
            <a:r>
              <a:rPr lang="de-DE" dirty="0"/>
              <a:t> vigilant </a:t>
            </a:r>
            <a:r>
              <a:rPr lang="de-DE" dirty="0" err="1"/>
              <a:t>about</a:t>
            </a:r>
            <a:r>
              <a:rPr lang="de-DE" dirty="0"/>
              <a:t> 24h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relating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date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1"/>
                </a:solidFill>
              </a:rPr>
              <a:t>bedtime_v2 </a:t>
            </a:r>
            <a:r>
              <a:rPr lang="de-DE" dirty="0"/>
              <a:t>and </a:t>
            </a:r>
            <a:r>
              <a:rPr lang="de-DE" dirty="0">
                <a:solidFill>
                  <a:schemeClr val="accent2"/>
                </a:solidFill>
              </a:rPr>
              <a:t>sleep_v2 </a:t>
            </a:r>
            <a:r>
              <a:rPr lang="de-DE" dirty="0"/>
              <a:t>will </a:t>
            </a:r>
            <a:r>
              <a:rPr lang="de-DE" dirty="0" err="1"/>
              <a:t>likely</a:t>
            </a:r>
            <a:r>
              <a:rPr lang="de-DE" dirty="0"/>
              <a:t> not </a:t>
            </a:r>
            <a:r>
              <a:rPr lang="de-DE" dirty="0" err="1"/>
              <a:t>be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morning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accent3"/>
                </a:solidFill>
              </a:rPr>
              <a:t>offset_v2 </a:t>
            </a:r>
            <a:r>
              <a:rPr lang="de-DE" dirty="0"/>
              <a:t>and </a:t>
            </a:r>
            <a:r>
              <a:rPr lang="de-DE" dirty="0">
                <a:solidFill>
                  <a:schemeClr val="accent5"/>
                </a:solidFill>
              </a:rPr>
              <a:t>out_ofbed_v2 </a:t>
            </a:r>
            <a:r>
              <a:rPr lang="de-DE" dirty="0"/>
              <a:t>will </a:t>
            </a:r>
            <a:r>
              <a:rPr lang="de-DE" dirty="0" err="1"/>
              <a:t>likely</a:t>
            </a:r>
            <a:r>
              <a:rPr lang="de-DE" dirty="0"/>
              <a:t> not </a:t>
            </a:r>
            <a:r>
              <a:rPr lang="de-DE" dirty="0" err="1"/>
              <a:t>be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evening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AE827E8-18BD-788B-868D-D2D3877DF1E1}"/>
              </a:ext>
            </a:extLst>
          </p:cNvPr>
          <p:cNvSpPr txBox="1"/>
          <p:nvPr/>
        </p:nvSpPr>
        <p:spPr>
          <a:xfrm>
            <a:off x="279918" y="214604"/>
            <a:ext cx="1387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Sleep-</a:t>
            </a:r>
            <a:r>
              <a:rPr lang="de-DE" b="1" dirty="0" err="1"/>
              <a:t>diary</a:t>
            </a:r>
            <a:endParaRPr lang="de-DE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9EC523E-8572-34AA-8173-A4452D45A556}"/>
              </a:ext>
            </a:extLst>
          </p:cNvPr>
          <p:cNvSpPr/>
          <p:nvPr/>
        </p:nvSpPr>
        <p:spPr>
          <a:xfrm>
            <a:off x="2435290" y="513183"/>
            <a:ext cx="1063690" cy="242596"/>
          </a:xfrm>
          <a:prstGeom prst="rect">
            <a:avLst/>
          </a:prstGeom>
          <a:solidFill>
            <a:srgbClr val="156082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CCC63AC-B01A-DED4-3BAC-9404830FD57B}"/>
              </a:ext>
            </a:extLst>
          </p:cNvPr>
          <p:cNvSpPr/>
          <p:nvPr/>
        </p:nvSpPr>
        <p:spPr>
          <a:xfrm>
            <a:off x="3498980" y="513183"/>
            <a:ext cx="1063690" cy="242596"/>
          </a:xfrm>
          <a:prstGeom prst="rect">
            <a:avLst/>
          </a:prstGeom>
          <a:solidFill>
            <a:schemeClr val="accent2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BE9A0AA-BF8E-0AE8-40B8-3AEBC1CD7703}"/>
              </a:ext>
            </a:extLst>
          </p:cNvPr>
          <p:cNvSpPr/>
          <p:nvPr/>
        </p:nvSpPr>
        <p:spPr>
          <a:xfrm>
            <a:off x="7694649" y="513183"/>
            <a:ext cx="992151" cy="242596"/>
          </a:xfrm>
          <a:prstGeom prst="rect">
            <a:avLst/>
          </a:prstGeom>
          <a:solidFill>
            <a:schemeClr val="accent3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F1216B9-364D-7AA3-69D2-1452BE797853}"/>
              </a:ext>
            </a:extLst>
          </p:cNvPr>
          <p:cNvSpPr/>
          <p:nvPr/>
        </p:nvSpPr>
        <p:spPr>
          <a:xfrm>
            <a:off x="8696131" y="513183"/>
            <a:ext cx="1060579" cy="242596"/>
          </a:xfrm>
          <a:prstGeom prst="rect">
            <a:avLst/>
          </a:prstGeom>
          <a:solidFill>
            <a:schemeClr val="accent5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3C03F8-EC41-8712-B83E-7F3FFF9889C4}"/>
              </a:ext>
            </a:extLst>
          </p:cNvPr>
          <p:cNvSpPr/>
          <p:nvPr/>
        </p:nvSpPr>
        <p:spPr>
          <a:xfrm>
            <a:off x="3498980" y="1033936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391E791-9451-D02A-07C6-77A70C031C27}"/>
              </a:ext>
            </a:extLst>
          </p:cNvPr>
          <p:cNvSpPr/>
          <p:nvPr/>
        </p:nvSpPr>
        <p:spPr>
          <a:xfrm>
            <a:off x="8696131" y="783357"/>
            <a:ext cx="1063690" cy="2425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E96432-2D02-9EC8-26B7-C75F0B0AF2C7}"/>
              </a:ext>
            </a:extLst>
          </p:cNvPr>
          <p:cNvSpPr/>
          <p:nvPr/>
        </p:nvSpPr>
        <p:spPr>
          <a:xfrm>
            <a:off x="2453951" y="1798032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09BDA0-F4B9-D464-892F-4EA79E423751}"/>
              </a:ext>
            </a:extLst>
          </p:cNvPr>
          <p:cNvSpPr/>
          <p:nvPr/>
        </p:nvSpPr>
        <p:spPr>
          <a:xfrm>
            <a:off x="2453951" y="2040629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3E84FD-0D64-FEF3-0669-9C33F526D274}"/>
              </a:ext>
            </a:extLst>
          </p:cNvPr>
          <p:cNvSpPr/>
          <p:nvPr/>
        </p:nvSpPr>
        <p:spPr>
          <a:xfrm>
            <a:off x="3517641" y="2049078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EBB875-C795-17C5-2286-85D1E151A0D3}"/>
              </a:ext>
            </a:extLst>
          </p:cNvPr>
          <p:cNvSpPr/>
          <p:nvPr/>
        </p:nvSpPr>
        <p:spPr>
          <a:xfrm>
            <a:off x="7669765" y="1785045"/>
            <a:ext cx="1063690" cy="24259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449E77-C65A-1455-E934-5D73E62CD79F}"/>
              </a:ext>
            </a:extLst>
          </p:cNvPr>
          <p:cNvSpPr/>
          <p:nvPr/>
        </p:nvSpPr>
        <p:spPr>
          <a:xfrm>
            <a:off x="3517641" y="1798032"/>
            <a:ext cx="1063690" cy="24259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FCA736-A519-0704-C937-6277B5F09602}"/>
              </a:ext>
            </a:extLst>
          </p:cNvPr>
          <p:cNvSpPr/>
          <p:nvPr/>
        </p:nvSpPr>
        <p:spPr>
          <a:xfrm>
            <a:off x="796213" y="5151846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707019-044A-6FD3-70A7-6B5614AB1354}"/>
              </a:ext>
            </a:extLst>
          </p:cNvPr>
          <p:cNvSpPr/>
          <p:nvPr/>
        </p:nvSpPr>
        <p:spPr>
          <a:xfrm>
            <a:off x="796213" y="5486735"/>
            <a:ext cx="1063690" cy="24259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0B0DF6-A172-85EA-67D9-C076DAF60C40}"/>
              </a:ext>
            </a:extLst>
          </p:cNvPr>
          <p:cNvSpPr/>
          <p:nvPr/>
        </p:nvSpPr>
        <p:spPr>
          <a:xfrm>
            <a:off x="796213" y="5821624"/>
            <a:ext cx="1063690" cy="24259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EB08B8A-A849-8E22-6497-04578C20D138}"/>
              </a:ext>
            </a:extLst>
          </p:cNvPr>
          <p:cNvSpPr txBox="1"/>
          <p:nvPr/>
        </p:nvSpPr>
        <p:spPr>
          <a:xfrm>
            <a:off x="1932431" y="5058541"/>
            <a:ext cx="317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Needs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shifted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+12 </a:t>
            </a:r>
            <a:r>
              <a:rPr lang="de-DE" dirty="0" err="1"/>
              <a:t>hrs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6E7B519-B011-1083-E569-4C35D279B7B4}"/>
              </a:ext>
            </a:extLst>
          </p:cNvPr>
          <p:cNvSpPr txBox="1"/>
          <p:nvPr/>
        </p:nvSpPr>
        <p:spPr>
          <a:xfrm>
            <a:off x="1932431" y="5400217"/>
            <a:ext cx="317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Needs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shifted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+24 </a:t>
            </a:r>
            <a:r>
              <a:rPr lang="de-DE" dirty="0" err="1"/>
              <a:t>hrs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9D78779-CD21-EC39-7932-28B056BBFDD7}"/>
              </a:ext>
            </a:extLst>
          </p:cNvPr>
          <p:cNvSpPr txBox="1"/>
          <p:nvPr/>
        </p:nvSpPr>
        <p:spPr>
          <a:xfrm>
            <a:off x="1932431" y="5741893"/>
            <a:ext cx="624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Shift not </a:t>
            </a:r>
            <a:r>
              <a:rPr lang="de-DE" dirty="0" err="1"/>
              <a:t>discernible</a:t>
            </a:r>
            <a:r>
              <a:rPr lang="de-DE" dirty="0"/>
              <a:t>. </a:t>
            </a:r>
            <a:r>
              <a:rPr lang="de-DE" dirty="0" err="1"/>
              <a:t>Suggest</a:t>
            </a:r>
            <a:r>
              <a:rPr lang="de-DE" dirty="0"/>
              <a:t> </a:t>
            </a:r>
            <a:r>
              <a:rPr lang="de-DE" dirty="0" err="1"/>
              <a:t>replacement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out_ofbed_v2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9829DD-50B6-F39D-AD8E-A28CE757DBBF}"/>
              </a:ext>
            </a:extLst>
          </p:cNvPr>
          <p:cNvSpPr/>
          <p:nvPr/>
        </p:nvSpPr>
        <p:spPr>
          <a:xfrm>
            <a:off x="796213" y="6156513"/>
            <a:ext cx="1063690" cy="2425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2697776-C778-1FC1-0343-150DDAC52592}"/>
              </a:ext>
            </a:extLst>
          </p:cNvPr>
          <p:cNvSpPr txBox="1"/>
          <p:nvPr/>
        </p:nvSpPr>
        <p:spPr>
          <a:xfrm>
            <a:off x="1958306" y="6078728"/>
            <a:ext cx="317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Needs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shifted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-12 </a:t>
            </a:r>
            <a:r>
              <a:rPr lang="de-DE" dirty="0" err="1"/>
              <a:t>hrs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EDF751D-3BF9-AD4F-7599-F2832E179173}"/>
              </a:ext>
            </a:extLst>
          </p:cNvPr>
          <p:cNvSpPr txBox="1"/>
          <p:nvPr/>
        </p:nvSpPr>
        <p:spPr>
          <a:xfrm>
            <a:off x="49607" y="1292283"/>
            <a:ext cx="2145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Identify</a:t>
            </a:r>
            <a:r>
              <a:rPr lang="de-DE" dirty="0"/>
              <a:t> implausible</a:t>
            </a:r>
          </a:p>
          <a:p>
            <a:r>
              <a:rPr lang="de-DE" dirty="0" err="1"/>
              <a:t>entries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0926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C9CE-AB38-1CE3-53D9-C159FE2CC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Text, Quittung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BEDF9447-E8FC-3A0C-E2FB-DFD8ECF96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972" y="440716"/>
            <a:ext cx="7558816" cy="219305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AB17AE1-A509-6814-CE0B-E3804A6BAE59}"/>
              </a:ext>
            </a:extLst>
          </p:cNvPr>
          <p:cNvSpPr txBox="1"/>
          <p:nvPr/>
        </p:nvSpPr>
        <p:spPr>
          <a:xfrm>
            <a:off x="2184989" y="2748976"/>
            <a:ext cx="7285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 dirty="0"/>
              <a:t> </a:t>
            </a:r>
            <a:r>
              <a:rPr lang="de-DE" dirty="0" err="1"/>
              <a:t>remains</a:t>
            </a:r>
            <a:r>
              <a:rPr lang="de-DE" dirty="0"/>
              <a:t> </a:t>
            </a:r>
            <a:r>
              <a:rPr lang="de-DE" dirty="0" err="1"/>
              <a:t>consistent</a:t>
            </a:r>
            <a:r>
              <a:rPr lang="de-DE" dirty="0"/>
              <a:t>! (</a:t>
            </a:r>
            <a:r>
              <a:rPr lang="de-DE" dirty="0" err="1"/>
              <a:t>whitespaces</a:t>
            </a:r>
            <a:r>
              <a:rPr lang="de-DE" dirty="0"/>
              <a:t>, etc.)</a:t>
            </a:r>
          </a:p>
          <a:p>
            <a:pPr marL="285750" indent="-285750">
              <a:buFontTx/>
              <a:buChar char="-"/>
            </a:pPr>
            <a:r>
              <a:rPr lang="de-DE" dirty="0"/>
              <a:t>Do not open </a:t>
            </a:r>
            <a:r>
              <a:rPr lang="de-DE" dirty="0" err="1"/>
              <a:t>with</a:t>
            </a:r>
            <a:r>
              <a:rPr lang="de-DE" dirty="0"/>
              <a:t> Microsoft Excel (</a:t>
            </a:r>
            <a:r>
              <a:rPr lang="de-DE" dirty="0" err="1"/>
              <a:t>chenges</a:t>
            </a:r>
            <a:r>
              <a:rPr lang="de-DE" dirty="0"/>
              <a:t> </a:t>
            </a:r>
            <a:r>
              <a:rPr lang="de-DE" dirty="0" err="1"/>
              <a:t>formatting</a:t>
            </a:r>
            <a:r>
              <a:rPr lang="de-DE" dirty="0"/>
              <a:t> </a:t>
            </a:r>
            <a:r>
              <a:rPr lang="de-DE" dirty="0" err="1"/>
              <a:t>silently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 dirty="0"/>
              <a:t> </a:t>
            </a:r>
            <a:r>
              <a:rPr lang="de-DE" dirty="0" err="1"/>
              <a:t>stays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(CVS)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Document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in a log-file: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67FC9A0-E630-CAA4-E569-445D5BA81BA2}"/>
              </a:ext>
            </a:extLst>
          </p:cNvPr>
          <p:cNvSpPr txBox="1"/>
          <p:nvPr/>
        </p:nvSpPr>
        <p:spPr>
          <a:xfrm>
            <a:off x="279918" y="214604"/>
            <a:ext cx="1387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Sleep-</a:t>
            </a:r>
            <a:r>
              <a:rPr lang="de-DE" b="1" dirty="0" err="1"/>
              <a:t>diary</a:t>
            </a:r>
            <a:endParaRPr lang="de-DE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7D3DF98-1764-DB67-92B1-CF471836105A}"/>
              </a:ext>
            </a:extLst>
          </p:cNvPr>
          <p:cNvSpPr/>
          <p:nvPr/>
        </p:nvSpPr>
        <p:spPr>
          <a:xfrm>
            <a:off x="2435290" y="513183"/>
            <a:ext cx="1063690" cy="242596"/>
          </a:xfrm>
          <a:prstGeom prst="rect">
            <a:avLst/>
          </a:prstGeom>
          <a:solidFill>
            <a:srgbClr val="156082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D682FED-F4FB-6323-088E-7B224727AD91}"/>
              </a:ext>
            </a:extLst>
          </p:cNvPr>
          <p:cNvSpPr/>
          <p:nvPr/>
        </p:nvSpPr>
        <p:spPr>
          <a:xfrm>
            <a:off x="3498980" y="513183"/>
            <a:ext cx="1063690" cy="242596"/>
          </a:xfrm>
          <a:prstGeom prst="rect">
            <a:avLst/>
          </a:prstGeom>
          <a:solidFill>
            <a:schemeClr val="accent2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E7EE0D-5D4D-9F8A-8074-7FBF42A12A48}"/>
              </a:ext>
            </a:extLst>
          </p:cNvPr>
          <p:cNvSpPr/>
          <p:nvPr/>
        </p:nvSpPr>
        <p:spPr>
          <a:xfrm>
            <a:off x="7694649" y="513183"/>
            <a:ext cx="992151" cy="242596"/>
          </a:xfrm>
          <a:prstGeom prst="rect">
            <a:avLst/>
          </a:prstGeom>
          <a:solidFill>
            <a:schemeClr val="accent3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2E301BC-CCE7-60C6-459B-08C03FDFD0C3}"/>
              </a:ext>
            </a:extLst>
          </p:cNvPr>
          <p:cNvSpPr/>
          <p:nvPr/>
        </p:nvSpPr>
        <p:spPr>
          <a:xfrm>
            <a:off x="8696131" y="513183"/>
            <a:ext cx="1060579" cy="242596"/>
          </a:xfrm>
          <a:prstGeom prst="rect">
            <a:avLst/>
          </a:prstGeom>
          <a:solidFill>
            <a:schemeClr val="accent5">
              <a:alpha val="2902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2210B9-81B2-2B69-D555-48EC4188DB62}"/>
              </a:ext>
            </a:extLst>
          </p:cNvPr>
          <p:cNvSpPr/>
          <p:nvPr/>
        </p:nvSpPr>
        <p:spPr>
          <a:xfrm>
            <a:off x="3498980" y="1033936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4D72C0-C82C-36BE-6E9B-01B5B26266E2}"/>
              </a:ext>
            </a:extLst>
          </p:cNvPr>
          <p:cNvSpPr/>
          <p:nvPr/>
        </p:nvSpPr>
        <p:spPr>
          <a:xfrm>
            <a:off x="8696131" y="783357"/>
            <a:ext cx="1063690" cy="2425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1B26F4-026B-1535-EE45-CE3B3AA0D3EB}"/>
              </a:ext>
            </a:extLst>
          </p:cNvPr>
          <p:cNvSpPr/>
          <p:nvPr/>
        </p:nvSpPr>
        <p:spPr>
          <a:xfrm>
            <a:off x="2453951" y="1798032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2C0C73-6E50-CA36-1AD9-5FE5E1315166}"/>
              </a:ext>
            </a:extLst>
          </p:cNvPr>
          <p:cNvSpPr/>
          <p:nvPr/>
        </p:nvSpPr>
        <p:spPr>
          <a:xfrm>
            <a:off x="2453951" y="2040629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B9A6AE-A8F7-8F7E-E6F1-00959BD48B78}"/>
              </a:ext>
            </a:extLst>
          </p:cNvPr>
          <p:cNvSpPr/>
          <p:nvPr/>
        </p:nvSpPr>
        <p:spPr>
          <a:xfrm>
            <a:off x="3517641" y="2049078"/>
            <a:ext cx="1063690" cy="242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55800-C0EC-44AF-9665-4D5D59F7B47F}"/>
              </a:ext>
            </a:extLst>
          </p:cNvPr>
          <p:cNvSpPr/>
          <p:nvPr/>
        </p:nvSpPr>
        <p:spPr>
          <a:xfrm>
            <a:off x="7669765" y="1794376"/>
            <a:ext cx="1055870" cy="23746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4DE021-7215-1E57-8435-1E0745CE023F}"/>
              </a:ext>
            </a:extLst>
          </p:cNvPr>
          <p:cNvSpPr/>
          <p:nvPr/>
        </p:nvSpPr>
        <p:spPr>
          <a:xfrm>
            <a:off x="3517641" y="1798032"/>
            <a:ext cx="1063690" cy="24259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538F569-5E00-9D63-B4FF-265717D12A6E}"/>
              </a:ext>
            </a:extLst>
          </p:cNvPr>
          <p:cNvSpPr txBox="1"/>
          <p:nvPr/>
        </p:nvSpPr>
        <p:spPr>
          <a:xfrm>
            <a:off x="370551" y="1246780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After </a:t>
            </a:r>
            <a:r>
              <a:rPr lang="de-DE" dirty="0" err="1"/>
              <a:t>changes</a:t>
            </a:r>
            <a:r>
              <a:rPr lang="de-DE" dirty="0"/>
              <a:t>: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D557D593-2937-CEB7-9368-C57D78536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9" y="4224227"/>
            <a:ext cx="10572962" cy="196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Macintosh PowerPoint</Application>
  <PresentationFormat>Breitbild</PresentationFormat>
  <Paragraphs>28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 Zauner</dc:creator>
  <cp:lastModifiedBy>Johannes Zauner</cp:lastModifiedBy>
  <cp:revision>2</cp:revision>
  <dcterms:created xsi:type="dcterms:W3CDTF">2025-10-10T18:22:47Z</dcterms:created>
  <dcterms:modified xsi:type="dcterms:W3CDTF">2025-10-10T19:06:08Z</dcterms:modified>
</cp:coreProperties>
</file>